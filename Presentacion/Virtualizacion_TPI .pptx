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mroxPl3oM/wuXKV3Jy3rcyIL/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-1097280"/>
            <a:ext cx="41148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8B8D">
              <a:alpha val="18039"/>
            </a:srgbClr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-548640"/>
            <a:ext cx="2560320" cy="2560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30196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548640" y="3474720"/>
            <a:ext cx="228600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20000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7315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ARQUITECTURA Y SISTEMAS OPERATIVOS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109728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Virtualización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Trabajo Integrador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2880360"/>
            <a:ext cx="32004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40080" y="30632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Ceballos Elias Rey  ·  Jeremias Juarez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Comisiones 14 y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Universidad Tecnológica Nacional  ·  25 de Junio de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005840"/>
            <a:ext cx="2651760" cy="3749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1430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25880" y="11430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💻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¿Qué es la Virtualización?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251460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Tecnología que abstrae recursos físicos para crear versiones virtuales e independientes de sistemas operativos, servidores, almacenamiento o redes.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0" y="1005840"/>
            <a:ext cx="2651760" cy="3749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00400" y="11430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160520" y="11430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🔧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91840" y="19202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Importancia en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37560" y="251460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Permite el desarrollo, prueba y despliegue de software en entornos controlados, aislados y seguros, optimizando el uso de los recursos físicos.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035040" y="1005840"/>
            <a:ext cx="2651760" cy="37490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035040" y="114300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995160" y="114300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🎯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126480" y="19202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Objetivos del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72200" y="2514600"/>
            <a:ext cx="2377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Analizar hipervisores, gestionar recursos entre VMs, instalar VirtualBox con Ubuntu y ejecutar código Python dentro de la máquina virtual.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914400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Hipervisores: Tipo 1 vs Tipo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20040" y="960120"/>
            <a:ext cx="3931920" cy="3840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254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11480" y="10515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TIPO 1  —  BARE METAL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02920" y="150876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⚡  Ejecuta directo sobre el 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205740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🚀  Mayor rendimiento y eficiencia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2920" y="260604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🔒  Máxima seguridad y aislamiento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2920" y="315468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🏢  Ideal para entornos empresariales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2920" y="3703320"/>
            <a:ext cx="3657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💡  Ejemplos: VMware ESXi, Hyper-V, Xen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0" y="960120"/>
            <a:ext cx="4251960" cy="3840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8B8D"/>
          </a:solidFill>
          <a:ln cap="flat" cmpd="sng" w="254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223760" y="960120"/>
            <a:ext cx="1600200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23760" y="96012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USADO EN ESTE TPI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663440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 2  —  ALOJADO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663440" y="150876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Se ejecuta sobre un SO anfitrión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663440" y="205740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🎓  Fácil instalación y configuración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663440" y="260604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 Perfecto para desarrollo y pruebas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663440" y="315468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Portabilidad entre equipos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663440" y="3703320"/>
            <a:ext cx="4069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Ejemplos: VirtualBox, VMware Workstation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914400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Administración de Recursos Virtualizados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0040" y="960120"/>
            <a:ext cx="4114800" cy="18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57200" y="1161288"/>
            <a:ext cx="64008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161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188720" y="11247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CPU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88720" y="1463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Traducción Binaria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180136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Intercepta instrucciones privilegiadas del SO invitado y las adapta de forma segura, sin alterar el hardware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880360" y="1124712"/>
            <a:ext cx="1463040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2880360" y="112471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núcleos asignados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09160" y="960120"/>
            <a:ext cx="4114800" cy="18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846320" y="1161288"/>
            <a:ext cx="64008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846320" y="116128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577840" y="112471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577840" y="1463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Tablas de Páginas Sombreadas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846320" y="180136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Mapea la memoria de la VM con la memoria física real mediante traducción de direcciones de segundo nivel.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269480" y="1124712"/>
            <a:ext cx="1463040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7269480" y="112471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GB asignados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0040" y="2971800"/>
            <a:ext cx="4114800" cy="18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57200" y="3172968"/>
            <a:ext cx="64008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💿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88720" y="3136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Disco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188720" y="347472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Emulación de Almacenamiento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381304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Archivo VDI en el disco del host que simula un disco duro físico completo para el sistema invitado.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880360" y="3136392"/>
            <a:ext cx="1463040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880360" y="31363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GB (VDI)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709160" y="2971800"/>
            <a:ext cx="4114800" cy="18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4846320" y="3172968"/>
            <a:ext cx="64008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846320" y="3172968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577840" y="313639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577840" y="347472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Adaptador NAT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46320" y="381304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Comunicación con red externa a través del host. El hipervisor traduce las peticiones de red de la VM.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269480" y="3136392"/>
            <a:ext cx="1463040" cy="2560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269480" y="31363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 / Bridge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0" y="0"/>
            <a:ext cx="914400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Caso Práctico: Paso a Paso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20040" y="969264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320040" y="9692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1481328"/>
            <a:ext cx="36576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50196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60120" y="914400"/>
            <a:ext cx="7863840" cy="7132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097280" y="960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Habilitar virtualización en BIOS/UEFI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97280" y="1225296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Verificar en Administrador de tareas → Rendimiento. Activar Intel VT-x / AMD-V en Advanced CPU Configuration.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20040" y="17647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0040" y="1764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2276856"/>
            <a:ext cx="36576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50196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60120" y="1709928"/>
            <a:ext cx="7863840" cy="7132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1097280" y="175564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Instalar VirtualBox 7.2.10 + Extension Pack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97280" y="2020824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Descargar desde virtualbox.org → Windows Hosts. Instalar Extension Pack para soporte de controladores compartidos.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20040" y="2560320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20040" y="2560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48640" y="3072384"/>
            <a:ext cx="36576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50196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60120" y="2505456"/>
            <a:ext cx="7863840" cy="7132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97280" y="255117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Crear VM con Ubuntu 26.04 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97280" y="2816352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Nueva VM → cargar ISO oficial ubuntu.com. Asignar 2 CPUs, 4 GB RAM, 25 GB disco VDI. Instalación desatendida automática.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" y="3355848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" y="33558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3867912"/>
            <a:ext cx="36576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50196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960120" y="3300984"/>
            <a:ext cx="7863840" cy="7132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097280" y="334670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Instalar VS Code y Python 3.14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97280" y="3611880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VS Code: descargar paquete .deb desde code.visualstudio.com. Python: sudo apt install python3 (ya incluido en Ubuntu).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4151376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20040" y="41513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60120" y="4096512"/>
            <a:ext cx="7863840" cy="71323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97280" y="414223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Codificar y ejecutar script Python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97280" y="4407408"/>
            <a:ext cx="7589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Crear carpeta TPI AYSO. Editar Operaciones.py en VS Code. Ejecutar: python3 Operaciones.py desde terminal.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914400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Resultados Obtenidos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914400"/>
            <a:ext cx="256032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57200" y="9601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VM funcional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con Ubuntu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91840" y="914400"/>
            <a:ext cx="256032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291840" y="9601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91840" y="16002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Python 3.14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ejecutando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126480" y="914400"/>
            <a:ext cx="256032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1B2A"/>
          </a:solidFill>
          <a:ln>
            <a:noFill/>
          </a:ln>
          <a:effectLst>
            <a:outerShdw blurRad="101600" rotWithShape="0" algn="bl" dir="27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126480" y="9601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126480" y="16002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configurado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2487168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248716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04672" y="2423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Correcta instalación y configuración del hipervisor VirtualBox con Extension Pack en Windows.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2990088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365760" y="299008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04672" y="2926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Ubuntu 26.04 LTS completamente funcional con acceso a internet, aplicaciones y terminal.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3493008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5760" y="349300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04672" y="3429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Entorno de desarrollo establecido: VS Code + Python 3.14 instalados y verificados.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3995928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65760" y="39959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04672" y="39319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Script Operaciones.py ejecutado con éxito: suma, multiplicación, promedio y ordenamiento de números.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65760" y="4498848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65760" y="44988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04672" y="4434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Resolución de problemas durante la instalación mediante documentación y portales web especializados.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7132320" y="3200400"/>
            <a:ext cx="320040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8B8D">
              <a:alpha val="14901"/>
            </a:srgbClr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-457200" y="-457200"/>
            <a:ext cx="228600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>
              <a:alpha val="20000"/>
            </a:srgbClr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48640" y="5943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Lo que aprendimos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" y="1298448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11480" y="1508760"/>
            <a:ext cx="4114800" cy="155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2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48640" y="167335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48640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161288" y="163677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Máquinas Virtuales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61288" y="1965960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Comprendimos qué es una VM, cómo se crea, configura y cuáles son sus ventajas para ejecutar SO en entornos aislados.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800600" y="1508760"/>
            <a:ext cx="4114800" cy="155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2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937760" y="167335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937760" y="1673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550408" y="163677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Hipervisores Tipo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550408" y="1965960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Identificamos el rol de VirtualBox como hipervisor tipo 2 y su importancia para administrar VMs sobre un SO anfitrión.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11480" y="3200400"/>
            <a:ext cx="4114800" cy="155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2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548640" y="33649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48640" y="3364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161288" y="332841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Entorno de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161288" y="3657600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Implementamos una VM con Ubuntu: entorno aislado y seguro para programar, probar y ejecutar software sin riesgos.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00600" y="3200400"/>
            <a:ext cx="4114800" cy="155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62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4937760" y="3364992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C5D99"/>
          </a:solidFill>
          <a:ln cap="flat" cmpd="sng" w="12700">
            <a:solidFill>
              <a:srgbClr val="1C5D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937760" y="33649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550408" y="3328416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8B8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8B8D"/>
                </a:solidFill>
                <a:latin typeface="Calibri"/>
                <a:ea typeface="Calibri"/>
                <a:cs typeface="Calibri"/>
                <a:sym typeface="Calibri"/>
              </a:rPr>
              <a:t>Virtualización de Recursos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550408" y="3657600"/>
            <a:ext cx="3246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4F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Comprendimos cómo el hipervisor distribuye CPU, RAM, almacenamiento y red de forma independiente y eficiente.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2026-06-24T10:37:09Z</dcterms:created>
  <dc:creator>Ceballos Elias Rey &amp; Jeremias Juarez</dc:creator>
</cp:coreProperties>
</file>